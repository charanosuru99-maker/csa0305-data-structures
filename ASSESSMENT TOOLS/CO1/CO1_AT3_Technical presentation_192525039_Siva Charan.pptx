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4"/>
  </p:sldMasterIdLst>
  <p:notesMasterIdLst>
    <p:notesMasterId r:id="rId15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AE46A8-CC8A-4989-AEDB-9636A7B191D5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5" autoAdjust="0"/>
    <p:restoredTop sz="94593" autoAdjust="0"/>
  </p:normalViewPr>
  <p:slideViewPr>
    <p:cSldViewPr snapToGrid="0">
      <p:cViewPr varScale="1">
        <p:scale>
          <a:sx n="110" d="100"/>
          <a:sy n="110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BDD901-C46E-45DB-8FD1-D1583156DDB3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3C4EBB-0584-464B-B13F-57B9A64F9C52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22C4E23E-7A2B-4B19-8094-8C85058DF3ED}" type="parTrans" cxnId="{979A301D-383E-47F1-A665-0F80DE5728D5}">
      <dgm:prSet/>
      <dgm:spPr/>
      <dgm:t>
        <a:bodyPr/>
        <a:lstStyle/>
        <a:p>
          <a:endParaRPr lang="en-US"/>
        </a:p>
      </dgm:t>
    </dgm:pt>
    <dgm:pt modelId="{5825412A-E3E9-4347-B622-A98B1FA6AA76}" type="sibTrans" cxnId="{979A301D-383E-47F1-A665-0F80DE5728D5}">
      <dgm:prSet/>
      <dgm:spPr/>
      <dgm:t>
        <a:bodyPr/>
        <a:lstStyle/>
        <a:p>
          <a:endParaRPr lang="en-US"/>
        </a:p>
      </dgm:t>
    </dgm:pt>
    <dgm:pt modelId="{99CA8EF1-7A78-4D54-B918-5E070DCB4355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B3EAF2D6-F647-4103-A1C1-8598CC4579E9}" type="parTrans" cxnId="{937D846B-0CA7-47F1-98F6-D91CCF6DFC9C}">
      <dgm:prSet/>
      <dgm:spPr/>
      <dgm:t>
        <a:bodyPr/>
        <a:lstStyle/>
        <a:p>
          <a:endParaRPr lang="en-US"/>
        </a:p>
      </dgm:t>
    </dgm:pt>
    <dgm:pt modelId="{1F41575B-9F19-4AEE-84B0-55AC5D4CF476}" type="sibTrans" cxnId="{937D846B-0CA7-47F1-98F6-D91CCF6DFC9C}">
      <dgm:prSet/>
      <dgm:spPr/>
      <dgm:t>
        <a:bodyPr/>
        <a:lstStyle/>
        <a:p>
          <a:endParaRPr lang="en-US"/>
        </a:p>
      </dgm:t>
    </dgm:pt>
    <dgm:pt modelId="{317F2D46-880E-48A3-ADA2-BD90F7E36B85}">
      <dgm:prSet/>
      <dgm:spPr/>
      <dgm:t>
        <a:bodyPr/>
        <a:lstStyle/>
        <a:p>
          <a:r>
            <a:rPr lang="en-US"/>
            <a:t>Working Principle</a:t>
          </a:r>
        </a:p>
      </dgm:t>
    </dgm:pt>
    <dgm:pt modelId="{F6DB2169-6A91-4F93-A298-1F4F43AF729E}" type="parTrans" cxnId="{2E63476C-BD87-418D-A89A-34A2B2058103}">
      <dgm:prSet/>
      <dgm:spPr/>
      <dgm:t>
        <a:bodyPr/>
        <a:lstStyle/>
        <a:p>
          <a:endParaRPr lang="en-US"/>
        </a:p>
      </dgm:t>
    </dgm:pt>
    <dgm:pt modelId="{3C9A5B8F-3AD0-4D51-86A1-A00E8BD4056B}" type="sibTrans" cxnId="{2E63476C-BD87-418D-A89A-34A2B2058103}">
      <dgm:prSet/>
      <dgm:spPr/>
      <dgm:t>
        <a:bodyPr/>
        <a:lstStyle/>
        <a:p>
          <a:endParaRPr lang="en-US"/>
        </a:p>
      </dgm:t>
    </dgm:pt>
    <dgm:pt modelId="{6BF00A32-BDCF-407A-8788-7B036274D479}">
      <dgm:prSet/>
      <dgm:spPr/>
      <dgm:t>
        <a:bodyPr/>
        <a:lstStyle/>
        <a:p>
          <a:r>
            <a:rPr lang="en-US"/>
            <a:t>C Program&amp;TimeComplexity</a:t>
          </a:r>
        </a:p>
      </dgm:t>
    </dgm:pt>
    <dgm:pt modelId="{988078FA-585B-4749-B012-38B23898E07C}" type="parTrans" cxnId="{DAB6EB8E-D942-40F0-A502-72602D63F0EF}">
      <dgm:prSet/>
      <dgm:spPr/>
      <dgm:t>
        <a:bodyPr/>
        <a:lstStyle/>
        <a:p>
          <a:endParaRPr lang="en-US"/>
        </a:p>
      </dgm:t>
    </dgm:pt>
    <dgm:pt modelId="{88838F04-A9EF-4A6D-88E3-74F73C89763D}" type="sibTrans" cxnId="{DAB6EB8E-D942-40F0-A502-72602D63F0EF}">
      <dgm:prSet/>
      <dgm:spPr/>
      <dgm:t>
        <a:bodyPr/>
        <a:lstStyle/>
        <a:p>
          <a:endParaRPr lang="en-US"/>
        </a:p>
      </dgm:t>
    </dgm:pt>
    <dgm:pt modelId="{445BFEDE-7341-497B-8884-7FF5CEEDDE9C}">
      <dgm:prSet/>
      <dgm:spPr/>
      <dgm:t>
        <a:bodyPr/>
        <a:lstStyle/>
        <a:p>
          <a:r>
            <a:rPr lang="en-US"/>
            <a:t>Advantage&amp;Disadvantage</a:t>
          </a:r>
        </a:p>
      </dgm:t>
    </dgm:pt>
    <dgm:pt modelId="{EB015279-0D01-483C-9715-79C52E11FFA7}" type="parTrans" cxnId="{E350983D-E066-4330-BEA0-9C67BD2C2DB9}">
      <dgm:prSet/>
      <dgm:spPr/>
      <dgm:t>
        <a:bodyPr/>
        <a:lstStyle/>
        <a:p>
          <a:endParaRPr lang="en-US"/>
        </a:p>
      </dgm:t>
    </dgm:pt>
    <dgm:pt modelId="{B20D4F57-781E-4041-8225-1065809AFD58}" type="sibTrans" cxnId="{E350983D-E066-4330-BEA0-9C67BD2C2DB9}">
      <dgm:prSet/>
      <dgm:spPr/>
      <dgm:t>
        <a:bodyPr/>
        <a:lstStyle/>
        <a:p>
          <a:endParaRPr lang="en-US"/>
        </a:p>
      </dgm:t>
    </dgm:pt>
    <dgm:pt modelId="{FE3D3555-8515-423C-B596-EE5350071F8A}">
      <dgm:prSet/>
      <dgm:spPr/>
      <dgm:t>
        <a:bodyPr/>
        <a:lstStyle/>
        <a:p>
          <a:r>
            <a:rPr lang="en-US"/>
            <a:t>Applications</a:t>
          </a:r>
        </a:p>
      </dgm:t>
    </dgm:pt>
    <dgm:pt modelId="{B0E55098-2DDB-463F-8366-B6F6E1488810}" type="parTrans" cxnId="{7E162940-8CD0-4443-A0D9-1649974D61F2}">
      <dgm:prSet/>
      <dgm:spPr/>
      <dgm:t>
        <a:bodyPr/>
        <a:lstStyle/>
        <a:p>
          <a:endParaRPr lang="en-US"/>
        </a:p>
      </dgm:t>
    </dgm:pt>
    <dgm:pt modelId="{F3CF4F6D-869D-4CFE-8C5D-ADDD7E66A660}" type="sibTrans" cxnId="{7E162940-8CD0-4443-A0D9-1649974D61F2}">
      <dgm:prSet/>
      <dgm:spPr/>
      <dgm:t>
        <a:bodyPr/>
        <a:lstStyle/>
        <a:p>
          <a:endParaRPr lang="en-US"/>
        </a:p>
      </dgm:t>
    </dgm:pt>
    <dgm:pt modelId="{5507661C-C9BA-4C37-A161-22CD2E4D4D42}">
      <dgm:prSet/>
      <dgm:spPr/>
      <dgm:t>
        <a:bodyPr/>
        <a:lstStyle/>
        <a:p>
          <a:r>
            <a:rPr lang="en-US"/>
            <a:t>Conlusion</a:t>
          </a:r>
        </a:p>
      </dgm:t>
    </dgm:pt>
    <dgm:pt modelId="{370809C2-9A22-4DEB-9D6C-DB14815620F7}" type="parTrans" cxnId="{49419737-4908-4586-B796-6AE7FCE4C8E8}">
      <dgm:prSet/>
      <dgm:spPr/>
      <dgm:t>
        <a:bodyPr/>
        <a:lstStyle/>
        <a:p>
          <a:endParaRPr lang="en-US"/>
        </a:p>
      </dgm:t>
    </dgm:pt>
    <dgm:pt modelId="{3DF350AB-75E5-4B58-900A-DADAEF8B0A6B}" type="sibTrans" cxnId="{49419737-4908-4586-B796-6AE7FCE4C8E8}">
      <dgm:prSet/>
      <dgm:spPr/>
      <dgm:t>
        <a:bodyPr/>
        <a:lstStyle/>
        <a:p>
          <a:endParaRPr lang="en-US"/>
        </a:p>
      </dgm:t>
    </dgm:pt>
    <dgm:pt modelId="{D0D3DF22-40CB-854D-8DC2-FC03DE3E0608}" type="pres">
      <dgm:prSet presAssocID="{FBBDD901-C46E-45DB-8FD1-D1583156DDB3}" presName="Name0" presStyleCnt="0">
        <dgm:presLayoutVars>
          <dgm:dir/>
          <dgm:resizeHandles val="exact"/>
        </dgm:presLayoutVars>
      </dgm:prSet>
      <dgm:spPr/>
    </dgm:pt>
    <dgm:pt modelId="{2A31B7ED-D8FF-F440-90CE-6A734219B9D9}" type="pres">
      <dgm:prSet presAssocID="{FBBDD901-C46E-45DB-8FD1-D1583156DDB3}" presName="cycle" presStyleCnt="0"/>
      <dgm:spPr/>
    </dgm:pt>
    <dgm:pt modelId="{968499BE-3F95-0A47-AF1A-19ADB43117AB}" type="pres">
      <dgm:prSet presAssocID="{0C3C4EBB-0584-464B-B13F-57B9A64F9C52}" presName="nodeFirstNode" presStyleLbl="node1" presStyleIdx="0" presStyleCnt="7">
        <dgm:presLayoutVars>
          <dgm:bulletEnabled val="1"/>
        </dgm:presLayoutVars>
      </dgm:prSet>
      <dgm:spPr/>
    </dgm:pt>
    <dgm:pt modelId="{F1EEEFE8-6F22-924F-9BD2-668F93C9AE74}" type="pres">
      <dgm:prSet presAssocID="{5825412A-E3E9-4347-B622-A98B1FA6AA76}" presName="sibTransFirstNode" presStyleLbl="bgShp" presStyleIdx="0" presStyleCnt="1"/>
      <dgm:spPr/>
    </dgm:pt>
    <dgm:pt modelId="{02C13BAF-BD23-9B42-A3FE-64C857762585}" type="pres">
      <dgm:prSet presAssocID="{99CA8EF1-7A78-4D54-B918-5E070DCB4355}" presName="nodeFollowingNodes" presStyleLbl="node1" presStyleIdx="1" presStyleCnt="7">
        <dgm:presLayoutVars>
          <dgm:bulletEnabled val="1"/>
        </dgm:presLayoutVars>
      </dgm:prSet>
      <dgm:spPr/>
    </dgm:pt>
    <dgm:pt modelId="{A3286E47-C17F-DA4F-810B-EC75A9B66B07}" type="pres">
      <dgm:prSet presAssocID="{317F2D46-880E-48A3-ADA2-BD90F7E36B85}" presName="nodeFollowingNodes" presStyleLbl="node1" presStyleIdx="2" presStyleCnt="7">
        <dgm:presLayoutVars>
          <dgm:bulletEnabled val="1"/>
        </dgm:presLayoutVars>
      </dgm:prSet>
      <dgm:spPr/>
    </dgm:pt>
    <dgm:pt modelId="{DB73F97D-A697-594F-BD7D-8D2E2BA46570}" type="pres">
      <dgm:prSet presAssocID="{6BF00A32-BDCF-407A-8788-7B036274D479}" presName="nodeFollowingNodes" presStyleLbl="node1" presStyleIdx="3" presStyleCnt="7">
        <dgm:presLayoutVars>
          <dgm:bulletEnabled val="1"/>
        </dgm:presLayoutVars>
      </dgm:prSet>
      <dgm:spPr/>
    </dgm:pt>
    <dgm:pt modelId="{E7AB3C0A-507B-2442-8526-9955DE62C545}" type="pres">
      <dgm:prSet presAssocID="{445BFEDE-7341-497B-8884-7FF5CEEDDE9C}" presName="nodeFollowingNodes" presStyleLbl="node1" presStyleIdx="4" presStyleCnt="7">
        <dgm:presLayoutVars>
          <dgm:bulletEnabled val="1"/>
        </dgm:presLayoutVars>
      </dgm:prSet>
      <dgm:spPr/>
    </dgm:pt>
    <dgm:pt modelId="{5C49D1D5-00BB-014D-A07E-B2EBB1BA4715}" type="pres">
      <dgm:prSet presAssocID="{FE3D3555-8515-423C-B596-EE5350071F8A}" presName="nodeFollowingNodes" presStyleLbl="node1" presStyleIdx="5" presStyleCnt="7">
        <dgm:presLayoutVars>
          <dgm:bulletEnabled val="1"/>
        </dgm:presLayoutVars>
      </dgm:prSet>
      <dgm:spPr/>
    </dgm:pt>
    <dgm:pt modelId="{DB809AFB-78A1-0040-B215-AB46E5A4BE50}" type="pres">
      <dgm:prSet presAssocID="{5507661C-C9BA-4C37-A161-22CD2E4D4D42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0AC98D0A-71CD-9F45-B77F-CA7623BEC4EE}" type="presOf" srcId="{317F2D46-880E-48A3-ADA2-BD90F7E36B85}" destId="{A3286E47-C17F-DA4F-810B-EC75A9B66B07}" srcOrd="0" destOrd="0" presId="urn:microsoft.com/office/officeart/2005/8/layout/cycle3"/>
    <dgm:cxn modelId="{979A301D-383E-47F1-A665-0F80DE5728D5}" srcId="{FBBDD901-C46E-45DB-8FD1-D1583156DDB3}" destId="{0C3C4EBB-0584-464B-B13F-57B9A64F9C52}" srcOrd="0" destOrd="0" parTransId="{22C4E23E-7A2B-4B19-8094-8C85058DF3ED}" sibTransId="{5825412A-E3E9-4347-B622-A98B1FA6AA76}"/>
    <dgm:cxn modelId="{49419737-4908-4586-B796-6AE7FCE4C8E8}" srcId="{FBBDD901-C46E-45DB-8FD1-D1583156DDB3}" destId="{5507661C-C9BA-4C37-A161-22CD2E4D4D42}" srcOrd="6" destOrd="0" parTransId="{370809C2-9A22-4DEB-9D6C-DB14815620F7}" sibTransId="{3DF350AB-75E5-4B58-900A-DADAEF8B0A6B}"/>
    <dgm:cxn modelId="{E350983D-E066-4330-BEA0-9C67BD2C2DB9}" srcId="{FBBDD901-C46E-45DB-8FD1-D1583156DDB3}" destId="{445BFEDE-7341-497B-8884-7FF5CEEDDE9C}" srcOrd="4" destOrd="0" parTransId="{EB015279-0D01-483C-9715-79C52E11FFA7}" sibTransId="{B20D4F57-781E-4041-8225-1065809AFD58}"/>
    <dgm:cxn modelId="{7E162940-8CD0-4443-A0D9-1649974D61F2}" srcId="{FBBDD901-C46E-45DB-8FD1-D1583156DDB3}" destId="{FE3D3555-8515-423C-B596-EE5350071F8A}" srcOrd="5" destOrd="0" parTransId="{B0E55098-2DDB-463F-8366-B6F6E1488810}" sibTransId="{F3CF4F6D-869D-4CFE-8C5D-ADDD7E66A660}"/>
    <dgm:cxn modelId="{A231D247-AC4C-E646-955F-3627C6382432}" type="presOf" srcId="{99CA8EF1-7A78-4D54-B918-5E070DCB4355}" destId="{02C13BAF-BD23-9B42-A3FE-64C857762585}" srcOrd="0" destOrd="0" presId="urn:microsoft.com/office/officeart/2005/8/layout/cycle3"/>
    <dgm:cxn modelId="{937D846B-0CA7-47F1-98F6-D91CCF6DFC9C}" srcId="{FBBDD901-C46E-45DB-8FD1-D1583156DDB3}" destId="{99CA8EF1-7A78-4D54-B918-5E070DCB4355}" srcOrd="1" destOrd="0" parTransId="{B3EAF2D6-F647-4103-A1C1-8598CC4579E9}" sibTransId="{1F41575B-9F19-4AEE-84B0-55AC5D4CF476}"/>
    <dgm:cxn modelId="{2E63476C-BD87-418D-A89A-34A2B2058103}" srcId="{FBBDD901-C46E-45DB-8FD1-D1583156DDB3}" destId="{317F2D46-880E-48A3-ADA2-BD90F7E36B85}" srcOrd="2" destOrd="0" parTransId="{F6DB2169-6A91-4F93-A298-1F4F43AF729E}" sibTransId="{3C9A5B8F-3AD0-4D51-86A1-A00E8BD4056B}"/>
    <dgm:cxn modelId="{CA55A86C-372E-9A49-BAE8-A276A047FD76}" type="presOf" srcId="{6BF00A32-BDCF-407A-8788-7B036274D479}" destId="{DB73F97D-A697-594F-BD7D-8D2E2BA46570}" srcOrd="0" destOrd="0" presId="urn:microsoft.com/office/officeart/2005/8/layout/cycle3"/>
    <dgm:cxn modelId="{6256E786-D63D-C245-AD16-255344BAFE59}" type="presOf" srcId="{5507661C-C9BA-4C37-A161-22CD2E4D4D42}" destId="{DB809AFB-78A1-0040-B215-AB46E5A4BE50}" srcOrd="0" destOrd="0" presId="urn:microsoft.com/office/officeart/2005/8/layout/cycle3"/>
    <dgm:cxn modelId="{DAB6EB8E-D942-40F0-A502-72602D63F0EF}" srcId="{FBBDD901-C46E-45DB-8FD1-D1583156DDB3}" destId="{6BF00A32-BDCF-407A-8788-7B036274D479}" srcOrd="3" destOrd="0" parTransId="{988078FA-585B-4749-B012-38B23898E07C}" sibTransId="{88838F04-A9EF-4A6D-88E3-74F73C89763D}"/>
    <dgm:cxn modelId="{6CDD25A1-8022-D840-BB1F-E4ACCB478AB9}" type="presOf" srcId="{FE3D3555-8515-423C-B596-EE5350071F8A}" destId="{5C49D1D5-00BB-014D-A07E-B2EBB1BA4715}" srcOrd="0" destOrd="0" presId="urn:microsoft.com/office/officeart/2005/8/layout/cycle3"/>
    <dgm:cxn modelId="{A463C9BB-C33D-0240-8DB4-142CA970589C}" type="presOf" srcId="{5825412A-E3E9-4347-B622-A98B1FA6AA76}" destId="{F1EEEFE8-6F22-924F-9BD2-668F93C9AE74}" srcOrd="0" destOrd="0" presId="urn:microsoft.com/office/officeart/2005/8/layout/cycle3"/>
    <dgm:cxn modelId="{06EE19C3-1FEF-9849-8EE1-CA86A5A5C8D5}" type="presOf" srcId="{FBBDD901-C46E-45DB-8FD1-D1583156DDB3}" destId="{D0D3DF22-40CB-854D-8DC2-FC03DE3E0608}" srcOrd="0" destOrd="0" presId="urn:microsoft.com/office/officeart/2005/8/layout/cycle3"/>
    <dgm:cxn modelId="{5D4628CA-1FD1-C44B-832E-3B3234304193}" type="presOf" srcId="{445BFEDE-7341-497B-8884-7FF5CEEDDE9C}" destId="{E7AB3C0A-507B-2442-8526-9955DE62C545}" srcOrd="0" destOrd="0" presId="urn:microsoft.com/office/officeart/2005/8/layout/cycle3"/>
    <dgm:cxn modelId="{4D4FDDE1-D067-994C-9A91-9FE9B25596A4}" type="presOf" srcId="{0C3C4EBB-0584-464B-B13F-57B9A64F9C52}" destId="{968499BE-3F95-0A47-AF1A-19ADB43117AB}" srcOrd="0" destOrd="0" presId="urn:microsoft.com/office/officeart/2005/8/layout/cycle3"/>
    <dgm:cxn modelId="{EB8E8152-281F-4D46-977C-F758F4018DAE}" type="presParOf" srcId="{D0D3DF22-40CB-854D-8DC2-FC03DE3E0608}" destId="{2A31B7ED-D8FF-F440-90CE-6A734219B9D9}" srcOrd="0" destOrd="0" presId="urn:microsoft.com/office/officeart/2005/8/layout/cycle3"/>
    <dgm:cxn modelId="{D42383D6-1639-B544-863A-B141D34887A7}" type="presParOf" srcId="{2A31B7ED-D8FF-F440-90CE-6A734219B9D9}" destId="{968499BE-3F95-0A47-AF1A-19ADB43117AB}" srcOrd="0" destOrd="0" presId="urn:microsoft.com/office/officeart/2005/8/layout/cycle3"/>
    <dgm:cxn modelId="{7246E796-4558-7D4C-9006-5E016ACBC273}" type="presParOf" srcId="{2A31B7ED-D8FF-F440-90CE-6A734219B9D9}" destId="{F1EEEFE8-6F22-924F-9BD2-668F93C9AE74}" srcOrd="1" destOrd="0" presId="urn:microsoft.com/office/officeart/2005/8/layout/cycle3"/>
    <dgm:cxn modelId="{7420A522-C3A9-9643-A0A6-EBD4FE658524}" type="presParOf" srcId="{2A31B7ED-D8FF-F440-90CE-6A734219B9D9}" destId="{02C13BAF-BD23-9B42-A3FE-64C857762585}" srcOrd="2" destOrd="0" presId="urn:microsoft.com/office/officeart/2005/8/layout/cycle3"/>
    <dgm:cxn modelId="{A2BDD33A-31C6-6446-858F-B498B554CAE9}" type="presParOf" srcId="{2A31B7ED-D8FF-F440-90CE-6A734219B9D9}" destId="{A3286E47-C17F-DA4F-810B-EC75A9B66B07}" srcOrd="3" destOrd="0" presId="urn:microsoft.com/office/officeart/2005/8/layout/cycle3"/>
    <dgm:cxn modelId="{D41CEC26-EC7E-DB44-BE64-41FC2F1E5C4E}" type="presParOf" srcId="{2A31B7ED-D8FF-F440-90CE-6A734219B9D9}" destId="{DB73F97D-A697-594F-BD7D-8D2E2BA46570}" srcOrd="4" destOrd="0" presId="urn:microsoft.com/office/officeart/2005/8/layout/cycle3"/>
    <dgm:cxn modelId="{A7D68AE1-2FC9-6241-B584-4700A3169224}" type="presParOf" srcId="{2A31B7ED-D8FF-F440-90CE-6A734219B9D9}" destId="{E7AB3C0A-507B-2442-8526-9955DE62C545}" srcOrd="5" destOrd="0" presId="urn:microsoft.com/office/officeart/2005/8/layout/cycle3"/>
    <dgm:cxn modelId="{EF773A32-582F-4744-BF3C-2DCBD8034F6D}" type="presParOf" srcId="{2A31B7ED-D8FF-F440-90CE-6A734219B9D9}" destId="{5C49D1D5-00BB-014D-A07E-B2EBB1BA4715}" srcOrd="6" destOrd="0" presId="urn:microsoft.com/office/officeart/2005/8/layout/cycle3"/>
    <dgm:cxn modelId="{3E97BE55-3E95-B44E-99B1-E267829624EF}" type="presParOf" srcId="{2A31B7ED-D8FF-F440-90CE-6A734219B9D9}" destId="{DB809AFB-78A1-0040-B215-AB46E5A4BE50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EEFE8-6F22-924F-9BD2-668F93C9AE74}">
      <dsp:nvSpPr>
        <dsp:cNvPr id="0" name=""/>
        <dsp:cNvSpPr/>
      </dsp:nvSpPr>
      <dsp:spPr>
        <a:xfrm>
          <a:off x="351256" y="120108"/>
          <a:ext cx="5039021" cy="5039021"/>
        </a:xfrm>
        <a:prstGeom prst="circularArrow">
          <a:avLst>
            <a:gd name="adj1" fmla="val 5544"/>
            <a:gd name="adj2" fmla="val 330680"/>
            <a:gd name="adj3" fmla="val 14534863"/>
            <a:gd name="adj4" fmla="val 16939324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499BE-3F95-0A47-AF1A-19ADB43117AB}">
      <dsp:nvSpPr>
        <dsp:cNvPr id="0" name=""/>
        <dsp:cNvSpPr/>
      </dsp:nvSpPr>
      <dsp:spPr>
        <a:xfrm>
          <a:off x="2097005" y="156175"/>
          <a:ext cx="1547522" cy="7737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Introduction</a:t>
          </a:r>
        </a:p>
      </dsp:txBody>
      <dsp:txXfrm>
        <a:off x="2134777" y="193947"/>
        <a:ext cx="1471978" cy="698217"/>
      </dsp:txXfrm>
    </dsp:sp>
    <dsp:sp modelId="{02C13BAF-BD23-9B42-A3FE-64C857762585}">
      <dsp:nvSpPr>
        <dsp:cNvPr id="0" name=""/>
        <dsp:cNvSpPr/>
      </dsp:nvSpPr>
      <dsp:spPr>
        <a:xfrm>
          <a:off x="3777033" y="965233"/>
          <a:ext cx="1547522" cy="7737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Problem Statement</a:t>
          </a:r>
        </a:p>
      </dsp:txBody>
      <dsp:txXfrm>
        <a:off x="3814805" y="1003005"/>
        <a:ext cx="1471978" cy="698217"/>
      </dsp:txXfrm>
    </dsp:sp>
    <dsp:sp modelId="{A3286E47-C17F-DA4F-810B-EC75A9B66B07}">
      <dsp:nvSpPr>
        <dsp:cNvPr id="0" name=""/>
        <dsp:cNvSpPr/>
      </dsp:nvSpPr>
      <dsp:spPr>
        <a:xfrm>
          <a:off x="4191966" y="2783172"/>
          <a:ext cx="1547522" cy="77376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Working Principle</a:t>
          </a:r>
        </a:p>
      </dsp:txBody>
      <dsp:txXfrm>
        <a:off x="4229738" y="2820944"/>
        <a:ext cx="1471978" cy="698217"/>
      </dsp:txXfrm>
    </dsp:sp>
    <dsp:sp modelId="{DB73F97D-A697-594F-BD7D-8D2E2BA46570}">
      <dsp:nvSpPr>
        <dsp:cNvPr id="0" name=""/>
        <dsp:cNvSpPr/>
      </dsp:nvSpPr>
      <dsp:spPr>
        <a:xfrm>
          <a:off x="3029350" y="4241046"/>
          <a:ext cx="1547522" cy="7737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 Program&amp;TimeComplexity</a:t>
          </a:r>
        </a:p>
      </dsp:txBody>
      <dsp:txXfrm>
        <a:off x="3067122" y="4278818"/>
        <a:ext cx="1471978" cy="698217"/>
      </dsp:txXfrm>
    </dsp:sp>
    <dsp:sp modelId="{E7AB3C0A-507B-2442-8526-9955DE62C545}">
      <dsp:nvSpPr>
        <dsp:cNvPr id="0" name=""/>
        <dsp:cNvSpPr/>
      </dsp:nvSpPr>
      <dsp:spPr>
        <a:xfrm>
          <a:off x="1164660" y="4241046"/>
          <a:ext cx="1547522" cy="77376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Advantage&amp;Disadvantage</a:t>
          </a:r>
        </a:p>
      </dsp:txBody>
      <dsp:txXfrm>
        <a:off x="1202432" y="4278818"/>
        <a:ext cx="1471978" cy="698217"/>
      </dsp:txXfrm>
    </dsp:sp>
    <dsp:sp modelId="{5C49D1D5-00BB-014D-A07E-B2EBB1BA4715}">
      <dsp:nvSpPr>
        <dsp:cNvPr id="0" name=""/>
        <dsp:cNvSpPr/>
      </dsp:nvSpPr>
      <dsp:spPr>
        <a:xfrm>
          <a:off x="2044" y="2783172"/>
          <a:ext cx="1547522" cy="7737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Applications</a:t>
          </a:r>
        </a:p>
      </dsp:txBody>
      <dsp:txXfrm>
        <a:off x="39816" y="2820944"/>
        <a:ext cx="1471978" cy="698217"/>
      </dsp:txXfrm>
    </dsp:sp>
    <dsp:sp modelId="{DB809AFB-78A1-0040-B215-AB46E5A4BE50}">
      <dsp:nvSpPr>
        <dsp:cNvPr id="0" name=""/>
        <dsp:cNvSpPr/>
      </dsp:nvSpPr>
      <dsp:spPr>
        <a:xfrm>
          <a:off x="416977" y="965233"/>
          <a:ext cx="1547522" cy="7737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Conlusion</a:t>
          </a:r>
        </a:p>
      </dsp:txBody>
      <dsp:txXfrm>
        <a:off x="454749" y="1003005"/>
        <a:ext cx="1471978" cy="6982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8D38747-4367-4BD2-8D51-C97E202738E2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853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95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30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6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31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2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7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53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6940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1703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0519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7762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665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829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5825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515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3ED0CC-082F-4160-86E5-0D6041F12778}" type="datetime1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74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805" y="1354668"/>
            <a:ext cx="8204391" cy="2346475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100"/>
              <a:t>Balanced Parentheses Checking Using Stack in Compiler Syntax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717" y="4328932"/>
            <a:ext cx="5130579" cy="2010681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buFont typeface="Arial"/>
              <a:buChar char="•"/>
            </a:pPr>
            <a:r>
              <a:rPr lang="en-US" sz="1500" cap="none" dirty="0"/>
              <a:t>Presented by:</a:t>
            </a:r>
          </a:p>
          <a:p>
            <a:pPr algn="ctr">
              <a:lnSpc>
                <a:spcPct val="90000"/>
              </a:lnSpc>
              <a:buFont typeface="Arial"/>
              <a:buChar char="•"/>
            </a:pPr>
            <a:r>
              <a:rPr lang="en-US" sz="1500" cap="none" dirty="0"/>
              <a:t>O.SIVA CHARAN(192525039)</a:t>
            </a:r>
          </a:p>
          <a:p>
            <a:pPr algn="ctr">
              <a:lnSpc>
                <a:spcPct val="90000"/>
              </a:lnSpc>
              <a:buFont typeface="Arial"/>
              <a:buChar char="•"/>
            </a:pPr>
            <a:r>
              <a:rPr lang="en-US" sz="1500" cap="none" dirty="0"/>
              <a:t>Course Code: CSA0305</a:t>
            </a:r>
          </a:p>
          <a:p>
            <a:pPr algn="ctr">
              <a:lnSpc>
                <a:spcPct val="90000"/>
              </a:lnSpc>
              <a:buFont typeface="Arial"/>
              <a:buChar char="•"/>
            </a:pPr>
            <a:r>
              <a:rPr lang="en-US" sz="1500" cap="none" dirty="0"/>
              <a:t>Guided By: DR.UMA PRIYADARSHINI</a:t>
            </a:r>
            <a:endParaRPr lang="en-US" sz="900" cap="none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	Agenda</a:t>
            </a: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8B3680CC-2A55-28FD-026F-13233047B9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3166632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20235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3F74-6870-0E7D-6F71-8691119B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CBE1-13F0-EB53-E52D-6A1B6D7B4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parentheses checking is an important process in compiler syntax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verifies whether symbols such as (), {}, and [] are correctly opened and closed.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the most suitable data structure because it follows the Last In, First Out (LIFO) principle.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uses a stack to detect syntax errors during program compilation.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stack provides an efficient solution with O(n) time complexity for validating expressions.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70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7D14-EFA6-C9E4-B11D-F496AF8C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45FB6-C775-9CC9-5FEC-224BD5E86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contain different types of brackets such as (), {}, and [], which must be properly matched.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Incorrectly matched parentheses lead to syntax errors during compilation.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needs a fast and reliable method to verify balanced parentheses.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correctly handle nested and multiple bracket types in an expression.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the most suitable data structure because it efficiently tracks opening and closing brackets using the LIFO (Last In, First Out) principle.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77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D886-0446-53A5-8972-D2E77E05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PRINCIPLE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6637E-39E7-CFDE-0AA3-470F556D5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an empty stack before scanning the expression.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every opening bracket (, {, [ onto the stack.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closing bracket ), }, ] is encountered, check the top of the stack.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top matches the corresponding opening bracket, pop it; otherwise, the expression is unbalanced.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scanning the entire expression, if the stack is empty, the parentheses are balanced; otherwise, they are unbalanced.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399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3CD-6774-61A8-AB44-7C261487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CPROGRAM&amp;COMPLEXITY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7F731-735F-0D06-0BB8-6D8E71118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 program uses a stack to store opening brackets ((, {, [).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closing bracket (), }, ]) is encountered, the program checks for the matching opening bracket by popping the stack.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brackets are matched and the stack is empty at the end, the expression is balanced.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O(n), where n is the number of characters in the expression (each character is processed only once).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O(n) in the worst case, when all characters are opening brackets and are stored in the stack.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93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00F7-1672-751E-95F2-B7D99A37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ADVANTAGE&amp;DISADVANTAGE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38C77-6536-65EC-3E24-CE48A9ADE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46AA0-E3E6-80B0-0D42-7B004A5DB3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 using a stack.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with O(n) time complexity.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handles nested and multiple types of brackets.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detect syntax errors during compilation.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compilers, code editors, and expression validation.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D45CC-2174-2517-59C1-A62631F13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068E4-8D6C-14D5-B4F4-DEACFA92536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extra memory to store opening brackets.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checks bracket balance, not other syntax errors.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detect logical or semantic errors in the program.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the size of the input expression.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correct stack implementation to work properly.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01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A14E-65B1-E551-1C66-C2F85E4E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10603-AC2E-9C07-263A-BB63BD00A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 – Used to check balanced parentheses during syntax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Editors &amp; IDEs – Highlights matching brackets and detects missing brackets.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Evaluation – Validates arithmetic and mathematical expressions.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XML/HTML Parsing – Ensures opening and closing tags are properly matched.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Parsers – Helps analyze the syntax of source code before execution.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80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6E09-3EA4-AE26-1E6B-FAA75B05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56A77-D71D-9261-D4DE-5E5142377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parentheses checking is an essential step in compiler syntax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provides a simple and efficient way to validate matching brackets.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accurately detects balanced and unbalanced expressions.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with O(n) time complexity, making it suitable for large programs.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widely used in compilers, code editors, and expression parsing to improve code correctness and reliability.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39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EB7C-3D89-661D-DBC3-62000986F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43557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76</TotalTime>
  <Words>638</Words>
  <Application>Microsoft Macintosh PowerPoint</Application>
  <PresentationFormat>Widescreen</PresentationFormat>
  <Paragraphs>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Celestial</vt:lpstr>
      <vt:lpstr>Balanced Parentheses Checking Using Stack in Compiler Syntax Analysis</vt:lpstr>
      <vt:lpstr> Agenda</vt:lpstr>
      <vt:lpstr>INTRODUCTION</vt:lpstr>
      <vt:lpstr>PROBLEM STATEMENT</vt:lpstr>
      <vt:lpstr>WORKING PRINCIPLE</vt:lpstr>
      <vt:lpstr>CPROGRAM&amp;COMPLEXITY</vt:lpstr>
      <vt:lpstr>ADVANTAGE&amp;DISADVANTAGE</vt:lpstr>
      <vt:lpstr>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Raghavi Reddy</dc:creator>
  <cp:lastModifiedBy>MYLA SAI SANDEEP</cp:lastModifiedBy>
  <cp:revision>3</cp:revision>
  <dcterms:created xsi:type="dcterms:W3CDTF">2026-07-20T15:12:03Z</dcterms:created>
  <dcterms:modified xsi:type="dcterms:W3CDTF">2026-07-29T04:08:05Z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